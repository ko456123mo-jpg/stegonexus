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bann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51722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00D98B"/>
                </a:solidFill>
                <a:latin typeface="Segoe UI"/>
              </a:rPr>
              <a:t>StegoNexus</a:t>
            </a:r>
          </a:p>
          <a:p>
            <a:pPr algn="ctr">
              <a:spcAft>
                <a:spcPts val="600"/>
              </a:spcAft>
            </a:pPr>
            <a:r>
              <a:rPr sz="2200" b="0">
                <a:solidFill>
                  <a:srgbClr val="E6E6E6"/>
                </a:solidFill>
                <a:latin typeface="Segoe UI"/>
              </a:rPr>
              <a:t>Unified Hiding, Extraction &amp; Forensics Framework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A4B5"/>
                </a:solidFill>
                <a:latin typeface="Segoe UI"/>
              </a:rPr>
              <a:t>إطار موحّد للإخفاء والاستخراج والتحليل الجنائي الرقمي</a:t>
            </a:r>
          </a:p>
          <a:p>
            <a:pPr algn="ctr">
              <a:spcAft>
                <a:spcPts val="600"/>
              </a:spcAft>
            </a:pPr>
            <a:r>
              <a:rPr sz="800" b="0">
                <a:solidFill>
                  <a:srgbClr val="9AA4B5"/>
                </a:solidFill>
                <a:latin typeface="Segoe UI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D166"/>
                </a:solidFill>
                <a:latin typeface="Segoe UI"/>
              </a:rPr>
              <a:t>Prepared &amp; Developed by:  Mohammed Moneer Al-absi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محتويات العرض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2688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الفكرة العامة والبنية المعمارية — General Overview &amp; Architecture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التحليل الجنائي (Forensics &amp; Analysis) والهاش (Hashing &amp; Integrity)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إخفاء النصوص (Text LSB + Key) والصور (Steghide / CyberHide)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إخفاء الصوت (LSB · Phase · Spread Spectrum · Metadata) والفيديو (VideoHide)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إخفاء الشبكة (Covert Channels) والبرامج الضارة (Evasion Lab)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إدارة القضايا والتقارير — Case Management &amp; Reports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نتائج الاختبار والعرض الحي — Live Demo &amp;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الفكرة العامة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General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تحويل تقنيات الإخفاء والاستخراج التي أُخذت خلال الترم إلى أداة واحدة متكاملة تعمل على Kali Linux.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Dashboard موحّدة تسمح باختيار نوع الإخفاء أو الانتقال إلى قسم Forensics لفحص الملفات.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دمج أدوات Kali الجاهزة + السكريبتات والتقنيات المطوّرة، بدل الاعتماد على أداة واحدة.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كل النتائج تُربط بملف Case وتُحفظ ضمن Reports و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البنية المعمارية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Presentation Layer</a:t>
            </a:r>
          </a:p>
          <a:p>
            <a:r>
              <a:rPr sz="1200">
                <a:solidFill>
                  <a:srgbClr val="E6E6E6"/>
                </a:solidFill>
              </a:rPr>
              <a:t>GUI (PySide6 Dashboard)  |  CLI (argparse)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0048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Case Layer</a:t>
            </a:r>
          </a:p>
          <a:p>
            <a:r>
              <a:rPr sz="1200">
                <a:solidFill>
                  <a:srgbClr val="E6E6E6"/>
                </a:solidFill>
              </a:rPr>
              <a:t>cases/CASE-ID/ → case.json + reports (MD/JSON/HTML) + logs/investigation.log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77056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Core Modules</a:t>
            </a:r>
          </a:p>
          <a:p>
            <a:r>
              <a:rPr sz="1200">
                <a:solidFill>
                  <a:srgbClr val="E6E6E6"/>
                </a:solidFill>
              </a:rPr>
              <a:t>hashing · entropy · text_hiding · image_stego · image_steghide · audio_hiding · video_hiding · pcap_io · network_hiding · malware_lab · forensics ·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84064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External Tools (auto-detect)</a:t>
            </a:r>
          </a:p>
          <a:p>
            <a:r>
              <a:rPr sz="1200">
                <a:solidFill>
                  <a:srgbClr val="E6E6E6"/>
                </a:solidFill>
              </a:rPr>
              <a:t>steghide · exiftool · binwalk · foremost · zsteg · file · strings · ffmpeg/ffprobe   + built-in fallbacks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التحليل الجنائي والاستعلام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Forensics &amp;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3072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file → معرفة النوع الحقيقي للملف من الترويسات (مع بديل Magic مدمج)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strings → استخراج النصوص القابلة للقراءة + تصنيف كلمات مفتاحية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exiftool → عرض البيانات الوصفية Metadata (مع بديل Pillow)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binwalk → البحث عن الملفات والتوقيعات المدمجة في الملف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steghide info → التحقق من وجود بيانات مخفية (يتطلب كلمة المرور للتنفيذ)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foremost → استخراج الملفات من الملفات (File Carving)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zsteg → تحليل طبقات LSB في الصور (مع بديل مدمج)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Shannon Entropy → قياس العشوائية لكشف المناطق/الملفات المخفية</a:t>
            </a:r>
          </a:p>
        </p:txBody>
      </p:sp>
      <p:pic>
        <p:nvPicPr>
          <p:cNvPr id="7" name="Picture 6" descr="02_forensics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5120640" cy="3191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29768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Segoe UI"/>
              </a:rPr>
              <a:t>النتيجة المتوقعة: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تجميع نتائج الأدوات في واجهة واحدة وربطها بملف Case وإمكانية حفظها ضمن Reports و Logs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98B"/>
                </a:solidFill>
                <a:latin typeface="Segoe UI"/>
              </a:rPr>
              <a:t>Verdict التجربة الحية: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D98B"/>
                </a:solidFill>
                <a:latin typeface="Segoe UI"/>
              </a:rPr>
              <a:t>SUSPICIOUS: steghide payload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الهاش والسلامة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Hashing &amp;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MD5 · SHA-1 · SHA-256 · SHA-512 — بث على ملفات كبيرة (1MiB) لتوفير الذاكرة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جزء مستقل للتحقق من سلامة الملفات قبل وبعد عمليات الإخفاء والاستخراج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تسجيل قيم الـ Hash ضمن ملف القضية Case والمطابقة في التقارير لتوثيق الملفات وتتبع التغييرات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مقارنة ملفين (compare) + إنشاء/التحقق من manifests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Segoe UI"/>
              </a:rPr>
              <a:t>مثال حي: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D98B"/>
                </a:solidFill>
                <a:latin typeface="Segoe UI"/>
              </a:rPr>
              <a:t>python run_cli.py hash server.iso -a MD5 SHA-256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SHA-256  b8bbbe60...44f3   stegonexus/__init__.py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النصوص — تقنيتان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Text Hiding — LSB with Key + Zero-Width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6E6"/>
                </a:solidFill>
                <a:latin typeface="Segoe UI"/>
              </a:rPr>
              <a:t>Python implementation داخل الأداة (بدل برنامج جاهز) — تقنيتان لكل موضوع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69848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E6E6E6"/>
                </a:solidFill>
              </a:rPr>
              <a:t>Hiding / Encoding     :  Cover Text + Secret Message + Key  →  LSB Encoding  →  Stego Text</a:t>
            </a:r>
          </a:p>
          <a:p>
            <a:r>
              <a:rPr sz="1400">
                <a:solidFill>
                  <a:srgbClr val="E6E6E6"/>
                </a:solidFill>
              </a:rPr>
              <a:t>Extraction / Decoding :  Stego Text + Key  →  LSB Decoding  →  Original Secret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1069848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السر يُشفَّر بتيار مفتاح مشتق من المفتاح (PBKDF2-HMAC-SHA256) ثم يُخفى في LSB لرموز النص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تبديل مواضع الحاملات مبني على المفتاح → بدون المفتاح لا يمكن إعادة التجميع (رفض المفتاح الخاطئ)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1069848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• التقنية الثانية (Zero-Width): أزواج البتات تُرمَّز بأحرف غير مرئية (U+200B/U+200C/U+200D/U+FEFF) موزعة داخل النص بتباعد مفتاحي — النص يبدو عادياً تماماً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• الكشف: text-inspect يقرأ الأحرف غير المرئية ويكتشف الحمولة **بدون المفتاح**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الصور — Steghide و CyberHide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Image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Hiding     :  Image + Secret File + Password → Steghide → Stego Image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Extraction :  Stego Image + Password → Steghide → Original Secret File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Steghide (Kali): JPEG/BMP, تشفير Rijndael-128 CBC وضغط — جُرّب فعلياً في بيئة كالي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CyberHide مدمج (بديل خالص بـ Python): AES-256-CBC + HMAC-SHA256 + تبديل قنوات بالمفتاح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الكشف: kلمة المرور الصحيحة تُظهر التفاصيل (اسم الملف، الحجم، التشفير) والمفتاح الخاطئ يُرفض</a:t>
            </a:r>
          </a:p>
        </p:txBody>
      </p:sp>
      <p:pic>
        <p:nvPicPr>
          <p:cNvPr id="7" name="Picture 6" descr="05_image_h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5394960" cy="33620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أداة البيانات الوصفية — عرض وحقن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Metadata View &amp; Inject (requirement item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05+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b_image_meta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400800" cy="3988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463040"/>
            <a:ext cx="44805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Segoe UI"/>
              </a:rPr>
              <a:t>المتطلب: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أداة تعرض البيانات الوصفية وأيضاً أداة تحقنها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98B"/>
                </a:solidFill>
                <a:latin typeface="Segoe UI"/>
              </a:rPr>
              <a:t>View: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exiftool (Kali) لعرض كل حقول الملف مع بديل Pillow كامل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98B"/>
                </a:solidFill>
                <a:latin typeface="Segoe UI"/>
              </a:rPr>
              <a:t>Inject: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exiftool -Comment/-Artist مع -o (لا يُلمس الأصل أبداً) / PNG tEXt / JPEG COM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98B"/>
                </a:solidFill>
                <a:latin typeface="Segoe UI"/>
              </a:rPr>
              <a:t>امتداد الصوت: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حقن RIFF LIST-INFO (ICMT) عبر وحدة الصوت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D98B"/>
                </a:solidFill>
                <a:latin typeface="Segoe UI"/>
              </a:rPr>
              <a:t>تحقق فوري: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إعادة قراءة البيانات بعد الحقن والتحقق من وجودها (verified)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Segoe UI"/>
              </a:rPr>
              <a:t>CLI: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D98B"/>
                </a:solidFill>
                <a:latin typeface="Segoe UI"/>
              </a:rPr>
              <a:t>image-meta view|inject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الصوت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Audio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6E6"/>
                </a:solidFill>
                <a:latin typeface="Segoe UI"/>
              </a:rPr>
              <a:t>أربع تقنيات رئيسية (أكثر من تقنية في نفس الموضوع — حسب المتطلبات):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LSB  — إخفاء البيانات داخل Least Significant Bits لعينات الصوت (تبديل مواضع بالمفتاح)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Phase Coding  — تعديل معلومات الـ Phase (فرق ±π/2 بين إطارات FFT متتالية)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Spread Spectrum  — نشر البيانات على نطاق ترددات بدل موضع واحد (DSSS-BPSK)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Metadata  — إخفاء البيانات داخل الملف الصوتي دون تعديل العينات (RIFF LIST-INFO / ICMT)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التحليل: Steghide (للحالات التي يدعمها) + Spectrogram Frequency Analysis و Waveform (مخرجات Audacity)</a:t>
            </a:r>
          </a:p>
        </p:txBody>
      </p:sp>
      <p:pic>
        <p:nvPicPr>
          <p:cNvPr id="8" name="Picture 7" descr="06_audio_h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09160"/>
            <a:ext cx="5212080" cy="32481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الفيديو — VideoHide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Video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لا يعتمد على برنامج جاهز واحد: VideoHide module + سكريبت videohide.sh + FFmpeg + FFprobe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Video LSB  — تعديل LSB في المسار الصوتي للفيديو مع نسخ الإطارات البصرية كما هي (-c:v copy) → صفر تغيير بصري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Container / File Hiding  — استغلال ملف الفيديو لإخفاء بيانات إضافية (حمولة مشفّرة + تذييل موقّع)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Spread Spectrum  — نشر البيانات داخل معلومات الفيديو (DSSS على المسار الصوتي)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التحليل: ffprobe يعرض الـ Streams (codec / bitrate / duration), FFmpeg يستخرج ويعيد ترميز الصوت</a:t>
            </a:r>
          </a:p>
        </p:txBody>
      </p:sp>
      <p:pic>
        <p:nvPicPr>
          <p:cNvPr id="7" name="Picture 6" descr="07_video_h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5303520" cy="33050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الشبكة — اتصال خفي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Network Hiding — Covert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6E6"/>
                </a:solidFill>
                <a:latin typeface="Segoe UI"/>
              </a:rPr>
              <a:t>Sender  :  Secret Data → Hide/Encode into Network Traffic → Transmit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6E6"/>
                </a:solidFill>
                <a:latin typeface="Segoe UI"/>
              </a:rPr>
              <a:t>Receiver:  Receive Traffic → Read/Detect Hidden Data → Extract/Reassemble Original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IPv4 Identification (IP ID) LSB — بت في حقل معرف الحزمة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TCP Initial Sequence Number (ISN) LSB — بت في الرقم التسلسلي الأول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Covert Timing Channel — بت في التأخير بين الحزم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بناء حزم Ethernet/IPv4/TCP يدوياً بـ Python (مكتبة pcap خاصة) + إمكانية البث الحي (scapy)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كشف تلقائي للقناة الخفية: نمط LSB متوازن غير متناوب / تأخيرات ثنائية النمط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البرامج الضارة والإخفاء والتهرب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Malware Hiding &amp; Evasion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دراسة تقنيات Malware Hiding وتحليل العينات واكتشاف مؤشرات Evasion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فحص Payloads / Executables (PE + ELF) وربط النتائج بـ Forensics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الكشف عن مؤشرات الأدوات: PyInstaller (MEI/٬PYZ) · WinRAR (Rar!/SFX) · Sliver · Metasploit (meterpreter/msfvenom)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إنتروبيا الأقسام &gt; 7.0 → احتمال ترميز/تغليف، والـ Overlay → بيانات ملحقة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التركيز على التحليل والكشف والفهم الأكاديمي للتقنيات (نماذج خاملة فقط — لا تُنتج أدوات ضارة)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إدارة القضايا والتقارير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Case Management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10-11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Cases Management  — إنشاء/فتح/إغلاق القضايا + الأدلة والنتائج المرتبطة بها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Reports Generation  — تصدير التقارير بصيغ Markdown / JSON / HTML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Investigation Logs  — سجل تحقيقات زمني (logs/investigation.log) يسجّل كل عملية تلقائياً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كل عملية إخفاء/استخراج/فحص في الواجهة تُسجَّل في القضية النشطة تلقائياً</a:t>
            </a:r>
          </a:p>
        </p:txBody>
      </p:sp>
      <p:pic>
        <p:nvPicPr>
          <p:cNvPr id="7" name="Picture 6" descr="11_case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5212080" cy="32481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عرض النتائج الحية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Live Results &amp;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UIShe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5073562"/>
          </a:xfrm>
          <a:prstGeom prst="rect">
            <a:avLst/>
          </a:prstGeom>
        </p:spPr>
      </p:pic>
      <p:pic>
        <p:nvPicPr>
          <p:cNvPr id="7" name="Picture 6" descr="CLIShee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86400" cy="5073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D98B"/>
                </a:solidFill>
                <a:latin typeface="Segoe UI"/>
              </a:rPr>
              <a:t>GUI: 10 صفحات ·  CLI: 22 أمراً ·  أدوات كالي 8/8 مُرصودة تلقائياً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نتائج التحقق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اختبارات التكامل (كل وحدة دالة)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24 / 24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87168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مصفوفة المتطلبات (كل بند بفحص حي)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60 / 60 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28416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أدوات Kali الحقيقية المثبتة (steghide, exiftool, binwalk, foremost, zsteg, ffmpeg…) 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8 / 8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9664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جولات إخفاء/استخراج كاملة (نص·صورة·صوت×4·فيديو×3·شبكة×3)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كلها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10912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مطابقة ملف المتطلبات PDF (12 قسماً)</a:t>
            </a:r>
          </a:p>
          <a:p>
            <a:pPr algn="r"/>
            <a:r>
              <a:rPr sz="1500" b="1">
                <a:solidFill>
                  <a:srgbClr val="FFD166"/>
                </a:solidFill>
              </a:rPr>
              <a:t>≈ 99.8 %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الخلاصة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StegoNexus هو Framework موحّد يجمع تقنيات الإخفاء لـ (Text + Image + Audio + Video + Network)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مع دعم عمليات الإخفاء والاسترجاع للتقنيات المذكورة + قسم مستقل لـ Malware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وفوق ذلك: Forensics / Analysis و Hashing و Reports و Logs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جوهر المشروع: دمج أدوات Kali الجاهزة مع السكريبتات والتقنيات المطوّرة، وتقديمها كلها عبر Dashboard واحدة منظمة بدل استخدام كل أداة على حدة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D98B"/>
                </a:solidFill>
                <a:latin typeface="Segoe UI"/>
              </a:rPr>
              <a:t>شكراً لحسن استماعكم — أسئلة؟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AA4B5"/>
                </a:solidFill>
                <a:latin typeface="Segoe UI"/>
              </a:rPr>
              <a:t>Thanks for listening — Questions?  |  Mohammed Moneer Al-absi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